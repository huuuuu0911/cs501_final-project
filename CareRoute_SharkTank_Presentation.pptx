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2"/>
  </p:normalViewPr>
  <p:slideViewPr>
    <p:cSldViewPr snapToGrid="0" snapToObjects="1">
      <p:cViewPr varScale="1">
        <p:scale>
          <a:sx n="104" d="100"/>
          <a:sy n="104" d="100"/>
        </p:scale>
        <p:origin x="8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5F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CareRoute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222222"/>
                </a:solidFill>
              </a:rPr>
              <a:t>When a health problem happens, most people don’t know what to do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05050"/>
                </a:solidFill>
              </a:rPr>
              <a:t>CareRoute turns panic into action by guiding users from symptoms to a clear next step —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23160"/>
            <a:ext cx="2743200" cy="2606040"/>
          </a:xfrm>
          <a:prstGeom prst="roundRect">
            <a:avLst/>
          </a:prstGeom>
          <a:solidFill>
            <a:srgbClr val="F2EFFC"/>
          </a:solidFill>
          <a:ln w="12700">
            <a:solidFill>
              <a:srgbClr val="DC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606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F4BB4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07792"/>
            <a:ext cx="23317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rPr dirty="0"/>
              <a:t>Symptoms are confusing and stressful.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rPr dirty="0"/>
              <a:t>People often can’t tell ER vs urgent care vs </a:t>
            </a:r>
            <a:r>
              <a:rPr lang="en-CN" dirty="0"/>
              <a:t>primary care vs </a:t>
            </a:r>
            <a:r>
              <a:rPr dirty="0"/>
              <a:t>home care.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rPr dirty="0"/>
              <a:t>Finding the right help takes too long.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rPr dirty="0"/>
              <a:t>Managing care for family members is even harder.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423160"/>
            <a:ext cx="2926080" cy="2606040"/>
          </a:xfrm>
          <a:prstGeom prst="roundRect">
            <a:avLst/>
          </a:prstGeom>
          <a:solidFill>
            <a:srgbClr val="F2EFFC"/>
          </a:solidFill>
          <a:ln w="12700">
            <a:solidFill>
              <a:srgbClr val="DC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260604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5F4BB4"/>
                </a:solidFill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907792"/>
            <a:ext cx="2468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Select the body area and describe symptoms.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AI asks focused follow-up questions.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Users get a clear urgency recommendation.</a:t>
            </a:r>
          </a:p>
          <a:p>
            <a:pPr>
              <a:defRPr sz="1400">
                <a:solidFill>
                  <a:srgbClr val="222222"/>
                </a:solidFill>
              </a:defRPr>
            </a:pPr>
            <a:r>
              <a:t>The app shows nearby care options and family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5852160" cy="822960"/>
          </a:xfrm>
          <a:prstGeom prst="roundRect">
            <a:avLst/>
          </a:prstGeom>
          <a:solidFill>
            <a:srgbClr val="5F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Value Proposition: Faster decisions • Less anxiety • More confident care navigation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25880"/>
            <a:ext cx="498348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B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dirty="0">
              <a:solidFill>
                <a:srgbClr val="787878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06540" y="4989658"/>
            <a:ext cx="49834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510235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5F4BB4"/>
                </a:solidFill>
              </a:rPr>
              <a:t>In under one minute, CareRoute can: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4767" y="5430424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505050"/>
                </a:solidFill>
              </a:rPr>
              <a:t>collect symptoms, ask follow-up questions, recommend the right care level, and direct users to nearby resources.</a:t>
            </a:r>
          </a:p>
        </p:txBody>
      </p:sp>
      <p:pic>
        <p:nvPicPr>
          <p:cNvPr id="18" name="Image 1" descr="/mnt/data/extracted_media/image2.png">
            <a:extLst>
              <a:ext uri="{FF2B5EF4-FFF2-40B4-BE49-F238E27FC236}">
                <a16:creationId xmlns:a16="http://schemas.microsoft.com/office/drawing/2014/main" id="{89BF5E22-B519-FF88-4A06-EC277583B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730" y="1371600"/>
            <a:ext cx="1371600" cy="2838587"/>
          </a:xfrm>
          <a:prstGeom prst="rect">
            <a:avLst/>
          </a:prstGeom>
        </p:spPr>
      </p:pic>
      <p:pic>
        <p:nvPicPr>
          <p:cNvPr id="19" name="Image 2" descr="/mnt/data/extracted_media/image3.png">
            <a:extLst>
              <a:ext uri="{FF2B5EF4-FFF2-40B4-BE49-F238E27FC236}">
                <a16:creationId xmlns:a16="http://schemas.microsoft.com/office/drawing/2014/main" id="{A99C7162-F63D-E939-FCD8-30555BEF1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740" y="1325880"/>
            <a:ext cx="1417320" cy="29332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128016"/>
            <a:ext cx="12191695" cy="6858000"/>
          </a:xfrm>
          <a:prstGeom prst="rect">
            <a:avLst/>
          </a:prstGeom>
          <a:solidFill>
            <a:srgbClr val="F8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5F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</a:rP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02173" y="1001271"/>
            <a:ext cx="26060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22222"/>
                </a:solidFill>
              </a:rPr>
              <a:t>Complete demo story</a:t>
            </a:r>
          </a:p>
        </p:txBody>
      </p:sp>
      <p:sp>
        <p:nvSpPr>
          <p:cNvPr id="5" name="Oval 4"/>
          <p:cNvSpPr/>
          <p:nvPr/>
        </p:nvSpPr>
        <p:spPr>
          <a:xfrm>
            <a:off x="4390109" y="1581912"/>
            <a:ext cx="384048" cy="384048"/>
          </a:xfrm>
          <a:prstGeom prst="ellipse">
            <a:avLst/>
          </a:prstGeom>
          <a:solidFill>
            <a:srgbClr val="12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02173" y="1554480"/>
            <a:ext cx="2606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22222"/>
                </a:solidFill>
              </a:rPr>
              <a:t>Login / Emergency Mode</a:t>
            </a:r>
          </a:p>
        </p:txBody>
      </p:sp>
      <p:sp>
        <p:nvSpPr>
          <p:cNvPr id="7" name="Oval 6"/>
          <p:cNvSpPr/>
          <p:nvPr/>
        </p:nvSpPr>
        <p:spPr>
          <a:xfrm>
            <a:off x="4390109" y="2240280"/>
            <a:ext cx="384048" cy="384048"/>
          </a:xfrm>
          <a:prstGeom prst="ellipse">
            <a:avLst/>
          </a:prstGeom>
          <a:solidFill>
            <a:srgbClr val="6D4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2173" y="2212848"/>
            <a:ext cx="2606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22222"/>
                </a:solidFill>
              </a:rPr>
              <a:t>Select body part + enter symptom</a:t>
            </a:r>
          </a:p>
        </p:txBody>
      </p:sp>
      <p:sp>
        <p:nvSpPr>
          <p:cNvPr id="9" name="Oval 8"/>
          <p:cNvSpPr/>
          <p:nvPr/>
        </p:nvSpPr>
        <p:spPr>
          <a:xfrm>
            <a:off x="4390109" y="2898648"/>
            <a:ext cx="384048" cy="384048"/>
          </a:xfrm>
          <a:prstGeom prst="ellipse">
            <a:avLst/>
          </a:prstGeom>
          <a:solidFill>
            <a:srgbClr val="E68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02173" y="2871216"/>
            <a:ext cx="2606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22222"/>
                </a:solidFill>
              </a:rPr>
              <a:t>AI follow-up questions</a:t>
            </a:r>
          </a:p>
        </p:txBody>
      </p:sp>
      <p:sp>
        <p:nvSpPr>
          <p:cNvPr id="11" name="Oval 10"/>
          <p:cNvSpPr/>
          <p:nvPr/>
        </p:nvSpPr>
        <p:spPr>
          <a:xfrm>
            <a:off x="4390109" y="3557016"/>
            <a:ext cx="384048" cy="384048"/>
          </a:xfrm>
          <a:prstGeom prst="ellipse">
            <a:avLst/>
          </a:prstGeom>
          <a:solidFill>
            <a:srgbClr val="C5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2173" y="3529584"/>
            <a:ext cx="2606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22222"/>
                </a:solidFill>
              </a:rPr>
              <a:t>Structured care recommendation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390109" y="4215384"/>
            <a:ext cx="384048" cy="384048"/>
          </a:xfrm>
          <a:prstGeom prst="ellipse">
            <a:avLst/>
          </a:prstGeom>
          <a:solidFill>
            <a:srgbClr val="128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2173" y="4187951"/>
            <a:ext cx="2606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22222"/>
                </a:solidFill>
              </a:rPr>
              <a:t>Nearby care map</a:t>
            </a:r>
          </a:p>
        </p:txBody>
      </p:sp>
      <p:sp>
        <p:nvSpPr>
          <p:cNvPr id="15" name="Oval 14"/>
          <p:cNvSpPr/>
          <p:nvPr/>
        </p:nvSpPr>
        <p:spPr>
          <a:xfrm>
            <a:off x="4390109" y="4873751"/>
            <a:ext cx="384048" cy="384048"/>
          </a:xfrm>
          <a:prstGeom prst="ellipse">
            <a:avLst/>
          </a:prstGeom>
          <a:solidFill>
            <a:srgbClr val="6D4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2173" y="4846319"/>
            <a:ext cx="26060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2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222222"/>
                </a:solidFill>
              </a:rPr>
              <a:t>History + Family 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73452" y="5568695"/>
            <a:ext cx="6675120" cy="960120"/>
          </a:xfrm>
          <a:prstGeom prst="roundRect">
            <a:avLst/>
          </a:prstGeom>
          <a:solidFill>
            <a:srgbClr val="5F4B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CareRoute is not trying to replace doctors — it helps people make smarter first decisions when every minute feels uncertain.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204</Words>
  <Application>Microsoft Macintosh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Hu, Tony</cp:lastModifiedBy>
  <cp:revision>3</cp:revision>
  <dcterms:created xsi:type="dcterms:W3CDTF">2013-01-27T09:14:16Z</dcterms:created>
  <dcterms:modified xsi:type="dcterms:W3CDTF">2026-05-04T01:58:49Z</dcterms:modified>
  <cp:category/>
</cp:coreProperties>
</file>